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5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30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DOCUMENT MANAGEMENT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Form-Forge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 to Platform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forms, approvals, compliance records and vendor documentation move onto one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self-hosted system — built to keep every record safe for the long run.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9202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  ·  Prepared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Five Things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17007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deck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1836847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367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783080" y="1691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0391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 and scattered files no longer work for us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51560" y="2478024"/>
            <a:ext cx="9692640" cy="0"/>
          </a:xfrm>
          <a:prstGeom prst="line">
            <a:avLst/>
          </a:prstGeom>
          <a:noFill/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68096" y="26151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work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2751247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1783080" y="2606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83080" y="29535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forms, approvals and records move automatically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51560" y="3392424"/>
            <a:ext cx="9692640" cy="0"/>
          </a:xfrm>
          <a:prstGeom prst="line">
            <a:avLst/>
          </a:prstGeom>
          <a:noFill/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68096" y="3529584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deck/icons/ret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59" y="366564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655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1783080" y="3520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Management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83080" y="38679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record lives — safely, for the long term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051560" y="4306824"/>
            <a:ext cx="9692640" cy="0"/>
          </a:xfrm>
          <a:prstGeom prst="line">
            <a:avLst/>
          </a:prstGeom>
          <a:noFill/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68096" y="44439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deck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59" y="4580047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3799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178308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83080" y="47823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what, and why that's protected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1051560" y="5221224"/>
            <a:ext cx="9692640" cy="0"/>
          </a:xfrm>
          <a:prstGeom prst="line">
            <a:avLst/>
          </a:prstGeom>
          <a:noFill/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768096" y="53583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/home/claude/deck/icons/tre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59" y="5494447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52943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 24"/>
          <p:cNvSpPr/>
          <p:nvPr/>
        </p:nvSpPr>
        <p:spPr>
          <a:xfrm>
            <a:off x="1783080" y="5349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 &amp; The Ask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1783080" y="56967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next, and what we need from leadership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Records Live in Too Many Places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Permits, inspection logs and vendor paperwork move through email threads, shared drives and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forms. Nothing connects — so nothing is easy to prove, trust, or find later.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487168" cy="292608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49324" y="285750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30220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hours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turn around a single work permit today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514600"/>
            <a:ext cx="2487168" cy="292608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192524" y="28575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deck/icons/mai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30220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7490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chains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474720" y="42519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tracked as reply-all threads with no single record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2514600"/>
            <a:ext cx="2487168" cy="292608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935724" y="28575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316" y="30220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37490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217920" y="42519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inspection schedules kept outside the system of record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78240" y="2514600"/>
            <a:ext cx="2487168" cy="292608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678924" y="285750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deck/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3516" y="30220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37490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 trail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961120" y="425196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who approved what, from where, and when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whole life of a document —</a:t>
            </a:r>
            <a:endParaRPr lang="en-US" sz="3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moment it's filled 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permit, inspection form and vendor document is captured digitally, routed for approval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tracked for compliance, and kept safe in one long-term, auditable record — for as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as we need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s/captur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51334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989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783080" y="5394960"/>
            <a:ext cx="960120" cy="0"/>
          </a:xfrm>
          <a:prstGeom prst="line">
            <a:avLst/>
          </a:prstGeom>
          <a:noFill/>
          <a:ln w="19050">
            <a:solidFill>
              <a:srgbClr val="5B8A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743200" y="48920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rout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602" y="513344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5989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886200" y="5394960"/>
            <a:ext cx="960120" cy="0"/>
          </a:xfrm>
          <a:prstGeom prst="line">
            <a:avLst/>
          </a:prstGeom>
          <a:noFill/>
          <a:ln w="19050">
            <a:solidFill>
              <a:srgbClr val="5B8A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846320" y="48920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deck/icons/approv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722" y="5133442"/>
            <a:ext cx="523037" cy="5230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5989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89320" y="5394960"/>
            <a:ext cx="960120" cy="0"/>
          </a:xfrm>
          <a:prstGeom prst="line">
            <a:avLst/>
          </a:prstGeom>
          <a:noFill/>
          <a:ln w="19050">
            <a:solidFill>
              <a:srgbClr val="5B8A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949440" y="48920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deck/icons/retai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842" y="513344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5989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092440" y="5394960"/>
            <a:ext cx="960120" cy="0"/>
          </a:xfrm>
          <a:prstGeom prst="line">
            <a:avLst/>
          </a:prstGeom>
          <a:noFill/>
          <a:ln w="19050">
            <a:solidFill>
              <a:srgbClr val="5B8A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052560" y="48920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deck/icons/audi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3962" y="5133442"/>
            <a:ext cx="523037" cy="5230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5989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5 · CAPTURE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Paper Form, Digitised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permits and checklists — like our Safety Work Permit — are rebuilt as fillable digital forms, so field teams keep the layout they already know.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Signatures, photos, checkboxes, dropdowns and site look-ups are all supported — no re-training required.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 phone or tablet in the field; no app install, no paper to lose.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is saved automatically as it's filled in, so nothing is lost to a dropped connection.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38687" y="1289304"/>
            <a:ext cx="4782026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fillable_PDF_-_Fille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703" y="1417320"/>
            <a:ext cx="4525994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38687" y="5897880"/>
            <a:ext cx="47820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CleanMax Safety Work Permit, rebuilt as a digital 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5 · ROUTE &amp; APPROVE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Happen on Their Own</a:t>
            </a:r>
            <a:endParaRPr lang="en-US" sz="3000" dirty="0"/>
          </a:p>
          <a:p>
            <a:r>
              <a:t>• 85% Turnaround Speedup: Reduces work permit approvals from 24-48 hours down to under 1 hour.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form is submitted, it's automatically sent to the right approver — no one has to remember to forward it.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sign-off is supported: one approver, or several in sequence or in parallel.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get an email and can approve or reject with one click, from anywhere.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itself in real time, so everyone always knows where a submission stands.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162" y="1618488"/>
            <a:ext cx="4803413" cy="4315968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Dynamic_Apporval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234" y="1699744"/>
            <a:ext cx="4566325" cy="41066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30346" y="5989320"/>
            <a:ext cx="51872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approval flow — set up once, runs automatically after that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534924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5468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hrs  </a:t>
            </a:r>
            <a:r>
              <a:rPr lang="en-US" sz="2000" b="1" dirty="0">
                <a:solidFill>
                  <a:srgbClr val="9F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1 hr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5870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reduction in permit turnaround time once approvals are automated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5 · TRACK COMPLIANCE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Falls Through the Cracks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work — module cleaning, equipment testing, maintenance cycles — is scheduled automatically per site.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colour system shows what's on time, delayed, or missed — no one has to chase a spreadsheet.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submit their completed work; admins review and approve it in the same place.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yearly view gives leadership a single glance at compliance across every site.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69971" y="1380744"/>
            <a:ext cx="5862258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Schedul_vs_Actu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987" y="1508760"/>
            <a:ext cx="5606226" cy="2788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9971" y="4480560"/>
            <a:ext cx="5862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site, every month, every cycle — at a glance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37724" y="4443984"/>
            <a:ext cx="4526752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mnt/user-data/uploads/Schedul_vs_Actual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40" y="4572000"/>
            <a:ext cx="4270720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5 · ONE SOURCE OF TRUTH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Plants, Vendors and People — Always Current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0624" y="2319494"/>
            <a:ext cx="3776472" cy="1396052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Plant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47510"/>
            <a:ext cx="3520440" cy="11400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062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plant's capacity, location, vendor and approver, kept up to date with a full edit history.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25112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97096" y="2220043"/>
            <a:ext cx="3776472" cy="1594953"/>
          </a:xfrm>
          <a:prstGeom prst="roundRect">
            <a:avLst>
              <a:gd name="adj" fmla="val 458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/mnt/user-data/uploads/Vendor_Manag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348059"/>
            <a:ext cx="3520440" cy="13389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5112" y="42062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company, its portal users, and exactly what data they're allowed to see.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01584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275315" y="1975104"/>
            <a:ext cx="3172978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/mnt/user-data/uploads/Manpower_Manage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1" y="2103120"/>
            <a:ext cx="2916946" cy="1828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1584" y="42062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view of who's certified and eligible to work, synced from our workforce system.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5 · EVERY ACTION, RECORDED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Provable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is logged with who submitted it, from where, and exactly when.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to a site or master record is snapshotted — field by field — before and after.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overwritten silently; the full change history is always available to review.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export to Excel in one click for any internal or external audit.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45353" y="534924"/>
            <a:ext cx="5798008" cy="3172968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Plant_View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97981"/>
            <a:ext cx="5621225" cy="2859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80856" y="3931920"/>
            <a:ext cx="48404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edit history — exactly what changed, and who changed it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95359" y="3941064"/>
            <a:ext cx="3811481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mnt/user-data/uploads/PDF_form_Submissi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375" y="4069080"/>
            <a:ext cx="3555449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5 · DOCUMENT MANAGEMENT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Long-Term Vault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piece that protects everything else on the previous slides.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" y="1792224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s/ret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194145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Backed up automatically, every day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213055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5000"/>
              </a:lnSpc>
              <a:buNone/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.RAR Format: Built-in WinRAR AES-256 header and data encryption (-hp&lt;password&gt;).</a:t>
            </a:r>
            <a:endParaRPr lang="en-US" sz="1150" dirty="0">
              <a:solidFill>
                <a:srgbClr val="C7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3504" y="2871216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stor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" y="3020446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Restored with a single file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20954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Password-Verified Restore: Manual snapshots use custom passwords; daily runs use system .env key. Restoration requires valid key.</a:t>
            </a:r>
            <a:endParaRPr lang="en-US" sz="1150" dirty="0">
              <a:solidFill>
                <a:srgbClr val="C7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" y="395020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deck/icons/cloudUploa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34" y="4099438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41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across servers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417320" y="428853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“migration bundle” lets us move the whole system to new infrastructure without losing a single record.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" y="50292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deck/icons/clo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" y="5178430"/>
            <a:ext cx="323332" cy="3233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for as long as we need it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417320" y="53675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isn't an afterthought — it's built into how every record is stored from day one.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18504" y="1774792"/>
            <a:ext cx="5468112" cy="4314255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4" descr="/mnt/user-data/uploads/Backup_and_Mig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1902808"/>
            <a:ext cx="5212080" cy="405822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46520" y="6172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.RAR Encrypted Backups, Password-Verified Restore &amp; Migration</a:t>
            </a:r>
            <a:endParaRPr lang="en-US" sz="1150" dirty="0">
              <a:solidFill>
                <a:srgbClr val="C7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Management Sits at the Centre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last five slides is really one continuous loop, not five separate tools.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78528" y="2743200"/>
            <a:ext cx="2834640" cy="283464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1B2733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678528" y="37764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5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78528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· secure · restore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95848" y="2743200"/>
            <a:ext cx="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flipV="1">
            <a:off x="7465390" y="3620990"/>
            <a:ext cx="496203" cy="174637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35767" y="5221344"/>
            <a:ext cx="159126" cy="179595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 flipH="1">
            <a:off x="4891208" y="5221344"/>
            <a:ext cx="264720" cy="179595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26304" y="3795627"/>
            <a:ext cx="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70068" y="1664208"/>
            <a:ext cx="1051560" cy="9601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deck/icons/captu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442" y="1825142"/>
            <a:ext cx="546811" cy="54681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15674" y="2003891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61594" y="2997556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home/claude/deck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969" y="3249930"/>
            <a:ext cx="546811" cy="54681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64414" y="41222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048112" y="530291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deck/icons/approv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487" y="5555285"/>
            <a:ext cx="546811" cy="54681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50932" y="642762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092023" y="530291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deck/icons/file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397" y="5555285"/>
            <a:ext cx="546811" cy="54681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94843" y="642762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3178541" y="2997556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deck/icons/aud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915" y="3249930"/>
            <a:ext cx="546811" cy="5468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881361" y="41222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4FD5DA76-6D0D-E40B-9A0E-8B62EC83E08F}"/>
              </a:ext>
            </a:extLst>
          </p:cNvPr>
          <p:cNvSpPr/>
          <p:nvPr/>
        </p:nvSpPr>
        <p:spPr>
          <a:xfrm flipH="1" flipV="1">
            <a:off x="4158202" y="3620990"/>
            <a:ext cx="546812" cy="190381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E90FB9A6-0A3B-ACAD-5F0B-200D78164D29}"/>
              </a:ext>
            </a:extLst>
          </p:cNvPr>
          <p:cNvSpPr/>
          <p:nvPr/>
        </p:nvSpPr>
        <p:spPr>
          <a:xfrm flipH="1" flipV="1">
            <a:off x="6106308" y="2606462"/>
            <a:ext cx="0" cy="105648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People See the Right Things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leaders automatically see only their own region's data — never another region's.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see only their own submissions and workers — never a competing vendor's.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assigned by role, not by trust — the system enforces the boundary every time.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user, every permission change, is itself logged and reviewable.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30964" y="1289304"/>
            <a:ext cx="4540271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mnt/user-data/uploads/User_Contro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980" y="1417320"/>
            <a:ext cx="4284239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0964" y="4114800"/>
            <a:ext cx="4540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list, every user's exact scope of access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88390" y="3726810"/>
            <a:ext cx="2475249" cy="3061979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mnt/user-data/uploads/User_control_-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390" y="4005758"/>
            <a:ext cx="2395957" cy="26177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5888" y="5140347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regional leader takes one click — the system handles the rest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07046" y="740042"/>
            <a:ext cx="10789920" cy="151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Design, Not by Accident</a:t>
            </a:r>
            <a:endParaRPr lang="en-US" sz="3000" dirty="0"/>
          </a:p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Production Switcher &amp; Single Scrollbar: 1-click domain link configuration (CORS, HTTPS, HSTS) with locked 100vh viewport to eliminate double scrollbars.</a:t>
            </a:r>
          </a:p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Workflow Isolation: Vendor roles are strictly restricted from seeing or accessing internal Workflow Automations &amp; Analytics.</a:t>
            </a:r>
          </a:p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Production Deployment: Entering domain link (e.g. https://forms.cleanmax.com) automatically locks CORS origins, enables HTTPS HSTS, and generates Nginx/SSL scripts.</a:t>
            </a:r>
          </a:p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Scrollbar &amp; Page Height Limit: Root window 100vh lock prevents double scrollbars; includes dedicated Sidebar Menu Overlay.</a:t>
            </a:r>
          </a:p>
          <a:p>
            <a:pPr>
              <a:lnSpc>
                <a:spcPct val="115000"/>
              </a:lnSpc>
            </a:pPr>
            <a:r>
              <a:rPr sz="11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Workflow Isolation: Workflow Automation and Analytics are strictly hidden from Vendor tier users.</a:t>
            </a:r>
          </a:p>
        </p:txBody>
      </p:sp>
      <p:sp>
        <p:nvSpPr>
          <p:cNvPr id="5" name="Shape 3"/>
          <p:cNvSpPr/>
          <p:nvPr/>
        </p:nvSpPr>
        <p:spPr>
          <a:xfrm>
            <a:off x="607046" y="2597784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6502" y="2817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65" y="29533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1446" y="2798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3078" y="3375024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own infrastructure — company data never has to leave our network.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0638" y="2597784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420094" y="2817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57" y="29533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5038" y="2798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56670" y="3375024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is encrypted in transit; passwords are never stored as plain text.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94230" y="2597784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13686" y="2817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deck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749" y="29533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08630" y="2798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access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50262" y="3375024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and record is gated by role, region and vendor — enforced automatically.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7046" y="4454016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826502" y="46734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deck/icons/ret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65" y="4809535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1446" y="46551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backed up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3078" y="5231256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automatic, and restorable in minutes — covered in detail on the vault slide.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00638" y="4454016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420094" y="46734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deck/icons/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157" y="4809535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15038" y="46551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auditable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56670" y="5231256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edit and approval is logged — nothing happens off the record.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94230" y="4454016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1A2456"/>
          </a:solidFill>
          <a:ln w="12700">
            <a:solidFill>
              <a:srgbClr val="344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013686" y="46734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/home/claude/deck/icons/ale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9749" y="4809535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08630" y="46551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safe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050262" y="5231256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optional add-on (like the AI assistant) goes down, core operations are unaffected.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 → &lt;1h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permit turnaround time, start to approved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33672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6227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62272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field submissions digital — zero paper in the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18704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47304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≤2 min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47304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get a filled, signed PDF back after submitting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one region or vendor seeing another's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33672" y="3886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62272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62272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rate of approvals breaching their SLA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18704" y="3886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47304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47304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backups of every form, submission and 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dashboard for each vendor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before deadlines are missed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Deeper, exportable compliance reporting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53712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3712" y="2130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2606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53712" y="28346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scorecards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Region-level compliance heatmaps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emails for leadership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30184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0184" y="2130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606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30184" y="28346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across company systems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every site, vendor and region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AI assistant for field troubleshooting — grounded only in our own manuals, always human-approved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LEADERSHIP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sponsorship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mandate so every region and vendor adopts the platform, not just early volunteers.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5508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69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pilot site, one champion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28600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site to run the full rollout playbook end-to-end before we scale it everywhere.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deck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0855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86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rollout timeline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25196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a realistic sequence — capture and approvals first, full reporting and roadmap items after.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6576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355080" y="3931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deck/icons/refre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699" y="40855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886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quarterly review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25196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 check-in so this stays a living platform, not a one-time project.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FormForge · Document &amp; Operations Platform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347472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document. Always accounted for.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9202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1651</Words>
  <Application>Microsoft Office PowerPoint</Application>
  <PresentationFormat>Widescreen</PresentationFormat>
  <Paragraphs>229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Prem Kumar</cp:lastModifiedBy>
  <cp:revision>3</cp:revision>
  <dcterms:created xsi:type="dcterms:W3CDTF">2026-08-12T11:56:24Z</dcterms:created>
  <dcterms:modified xsi:type="dcterms:W3CDTF">2026-08-17T15:03:21Z</dcterms:modified>
</cp:coreProperties>
</file>